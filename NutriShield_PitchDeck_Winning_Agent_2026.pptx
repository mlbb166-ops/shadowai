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Slide pembuka memperkenalkan identitas resmi tim, kepemilikan domain .id yang aktif, dan kesiapan sistem bersaing di hadapan dewan juri.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Mbak Salsa membawakan urgensi masalah stunting dari kacamata data kesehatan resmi dan hambatan daya beli keluarga prasejahtera.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Menegaskan kepada juri bahwa NutriShield dirancang dari awal untuk memenuhi 100% rubrik kemenangan kompetisi.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Koreksi penting dari Mbak Salsa: makanan balita 1 tahun harus realistis dibeli ibu di tukang sayur keliling setiap pagi.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Menjelaskan penempatan belut dan sidat yang sangat tepat untuk ibu hamil trimester akhir guna memacu bobot janin.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Mas Hisyam memaparkan arsitektur backend: aturan medis dikunci di lapisan kode dan database SQLite, bukan diserahkan pada halusinasi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Menunjukkan bahwa AI NutriShield memiliki kesadaran spasial dan ekonomi, bukan sistem teori di atas kertas.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Poin kunci untuk Pak Onno Purbo: sistem dapat berjalan secara mandiri (self-hosted) dengan efisiensi memori tingkat 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Mbak Salsa memaparkan sisi empati pengguna: antarmuka aplikasi dirancang agar mudah digunakan oleh ibu rumah tangga dan kader desa.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CATATAN PRESENTER (Mbak Salsa &amp; Mas Hisyam):</a:t>
            </a:r>
          </a:p>
          <a:p>
            <a:r>
              <a:t>Penutup presentasi yang menggugah: ajakan kepada dewan juri untuk mencoba demo langsung dan membuka sesi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SLIDE 1: NUTRISHIELD: AUTONOMOUS AI FOR STUNTING PREVENTION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</a:defRPr>
            </a:pPr>
            <a:r>
              <a:t>Kedaulatan Pangan Lokal Nusantara, Zero-Halusinasi Medis, &amp; Arsitektur AI Agentik Mandiri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 Tim Pengembang: Muhammad Hisyam Alfaris (STT Terpadu Nurul Fikri) &amp; Salsabila Putri Halimi (Universitas Terbuka Bogor)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 Domain Resmi Proyek: https://nutrishield.web.id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 Kompetisi: AI HackFest 2026 (Penyelenggara: IDwebhost x PANDI)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•  Dewan Juri: Ir. Onno W. Purbo, M.Eng., Ph.D. | Ogi S. Pornawan | Eko Novianto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2: URGENSI MASALAH: PARADOKS STUNTING &amp; PERSEPSI GIZI MAHAL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Fakta Survei Kesehatan Indonesia (SKI) Kemenkes &amp; Krisis 1.000 Hari Pertama Kehidupan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Angka Stunting Nasional: 21,5% balita Indonesia mengalami gagal tumbuh (Ambang batas aman WHO: 14%).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Krisis 1.000 HPK: 80% pembentukan organ otak dan saraf terjadi di dalam kandungan hingga balita usia 2 tahun.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Mitos Pangan Impor: Anggapan keliru masyarakat bahwa gizi tinggi harus mahal (misal: salmon impor Rp320.000/kg).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Kebutuhan Mendesak: AI yang peka pada harga sembako pasar rakyat dan mampu merekomendasikan pangan lokal padat gizi.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3: APA YANG MENJADIKAN NUTRISHIELD SEBAGAI 'WINNING AGENT'?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Menjawab 5 Pilar Rubrik Penilaian Resmi AI HackFest 2026 Secara Terukur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1. Efektivitas Solusi (Bobot 30%): Agen otonom memproduksi laporan PDF/Word/Spreadsheet langsung di server VPS.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2. Relevansi Masalah (Bobot 20%): Berakar dari krisis stunting dan daya beli pasar harian akar rumput.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3. Eksekusi Teknis (Bobot 20%): Arsitektur deterministik 0,00% halusinasi medis di Cloud VPS IDwebhost.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4. Kreativitas Pangan Lokal (Bobot 15%): Ikan kembung unggul atas salmon, daun kelor, serta modul inklusif autisme.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5. Storytelling &amp; Kemitraan (Bobot 15%): Memenuhi ekspektasi kedaulatan server Pak Onno dan integrasi MBG.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4: KLINIS BALITA 1 TAHUN: MPASI PADAT ENERGI ANTI-GTM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Koreksi Strategis Formulasi Pangan Pasar Harian Sesuai Fisiologi Lambung Balita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Kapasitas Lambung 200 ml: Balita butuh porsi kecil padat gizi, bukan kuah sayur bening hampa kalori.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Reposisi Belut/Sidat: Diturunkan jadi opsi sekunder karena sulit dibeli eceran Rp10.000 dan berisiko duri halus.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Formula Utama Terkunci: Daging sapi cincang (zat besi heme), daging ayam &amp; hati segar, serta telur puyuh rebus lumat.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Ikan Kembung Fillet: Sumber DHA utama pelindung sel otak balita, tekstur empuk dan mudah diserap pencernaan.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5: PANGAN SUPER IBU HAMIL: FONDASI KESEHATAN JANIN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Pemanfaatan Belut Sawah, Ikan Laut Rendah Merkuri, dan Daun Kelor Pelancar 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Trimester 1 &amp; 2 (Pembentukan Organ): Retinol murni dan Zinc pada belut sawah mencegah bayi lahir berat rendah (BBLR).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Trimester 3 (Pembesaran Otak Janin): DHA ikan kembung (2,2g/100g) menembus plasenta untuk mielinisasi saraf janin.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Keunggulan Toksikologis: Ikan kembung berada di rantai makanan bawah, bebas risiko merkuri dibanding tuna atau hiu.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Ibu Menyusui: Daun kelor dan katuk menyediakan 440mg kalsium alami serta senyawa laktogogum pelancar air susu.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6: PENYARING MEDIS DETERMINISTIK: ZERO-HALUSINASI MUTLAK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Mekanisme Perlindungan Pasien Menggunakan Validasi Python Sebelum Generasi Teks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Prinsip 'Deterministic Before Generative': AI dilarang menebak resep sebelum lolos filter kode Python murni.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Otomasi Alergi Seafood: Jika terdeteksi alergi laut, resep seketika dialihkan ke daging cincang atau telur puyuh.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Otomasi Alergi Susu/Telur: Dialihkan ke tempe kukus lumat berdaya serap tinggi dan kalsium daun kelor.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Modul Khusus Autisme (ASD): Resep otomatis disaring 100% Bebas Gluten &amp; Bebas Kasein untuk ketenangan sistem cerna anak.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7: INTELEJENSI HARGA SPASIAL: DATA DINAMIS BAPANAS 2026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Menyesuaikan Rekomendasi Menu Bergizi dengan Harga Riil Pasar di Tiap Wilayah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Disparitas Harga Antar-Pulau: Ikan kembung di Maluku/Sulawesi Rp30.000/kg, sedangkan di Jawa daging ayam lebih terjangkau.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Target Anggaran Dapur: Menu intervensi dikunci di bawah Rp20.000 per hari untuk keluarga prasejahtera.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Dukungan Program MBG: Menjadi mesin perekomendasi menu Makan Bergizi Gratis pemerintah berbasis komoditas lokal daerah.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Kedaulatan Pangan: Menghindari ketergantungan bahan impor dan memperkuat rantai pasok nelayan serta peternak lokal.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8: ARSITEKTUR CLOUD VPS MANDIRI: EFISIEN, AMAN, &amp; TERISOLASI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Implementasi Server Lokal Dalam Negeri Sesuai Arahan Pakar IT Pak Onno Purbo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Sovereign Cloud Deployment: Seluruh data diproses di VPS lokal Indonesia (CloudBaik IDwebhost).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Isolasi Port Ketat (Port 27888): Berjalan independen tanpa mengganggu layanan web hosting lainnya di server.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Konsumsi Sumber Daya Hemat: Penggunaan RAM stabil di bawah 400 MB saat kompilasi dokumen ReportLab.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Akses Multi-Kanal Terpadu: Layanan dapat diakses fleksibel melalui Web Responsive, Discord Bot, dan Telegram Bot.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9: DAMPAK SOSIAL &amp; PEMBERDAYAAN KADER POSYANDU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Desain Antarmuka Ramah Pengguna dengan Takaran Sendok Makan Sederhana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Pengalaman 3 Klik: Cukup pilih usia anak, domisili kabupaten, dan centang riwayat alergi keluarga.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Takaran Berbasis Dapur: Menggunakan satuan Sendok Makan (SDM) dan potong dadu, bukan gramasi teoritis rumit.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Digitalisasi Kartu Posyandu: Laporan harian dapat langsung diekspor PDF dan diselaraskan dengan Buku KIA Kemenkes.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Target Keberhasilan: Mengeliminasi risiko gagal tumbuh pada 100 hari pertama pemakaian aktif aplikasi.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SLIDE 10: VISI INDONESIA EMAS 2045 &amp; DEMO SISTEM LANGSUNG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Kecerdasan Buatan Berdaulat Mengawal Generasi Bebas Stunting Masa Depan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Visi Utama: Menuntaskan stunting bukan dengan teknologi impor mahal, melainkan dengan AI mandiri dan pangan nusantara.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Akses Demo Langsung: Aplikasi web dan bot aktif dapat diuji di domain resmi https://nutrishield.web.id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Kesiapan Lomba: Laporan komprehensif PDF, presentasi PPTX, dan basis data CSV telah siap diuji tim juri.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500">
                <a:solidFill>
                  <a:srgbClr val="1E293B"/>
                </a:solidFill>
              </a:defRPr>
            </a:pPr>
            <a:r>
              <a:t>•  Komitmen Tim Shadow AI: Siap mendampingi Posyandu dan keluarga Indonesia menyongsong Generasi Emas 2045.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
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4748B"/>
    <a:srgbClr val="38BDF8"/>
    <a:srgbClr val="0F172A"/>
    <a:srgbClr val="0284C7"/>
    <a:srgbClr val="34D399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345C-E423-182E-0F51-82170E15D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5B27-4E2C-01E8-A567-9445456AD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BDD-4C6B-7E00-940F-01DC5DA9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ED3A6-7D25-FD74-D3BF-36A3CA253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F40C3-2C1C-9135-EE46-3C40467E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294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B416D-FCA8-8D82-7E92-2C1BFD61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BA447-4FE9-4E41-4615-72122EF29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50634-C64B-1449-03BA-3C7E3C6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EA5FA-E763-A1D8-7660-CAF073F3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A9E2E-CC1D-32AB-0E67-394D3F66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5607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4BDD6-E21A-2108-3E13-82030BAD2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D44D7-4CDA-AF6A-D7C3-1EE009D13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1D625-238D-8F55-17F5-E1BF1DAC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110E-63F2-73D0-8763-88636ECD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F331F-5AD7-71F8-B9DD-52B872CE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467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2E7F-8DBA-9E6F-4C38-37103E2EF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9404-BE04-11B5-6F85-40654FB88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BD400-EBCB-9034-1CCE-1DD2E453D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6C93-7EC1-0C5E-3C04-C2ECA63B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0F0C4-D9AF-9561-BA3B-069054F6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BA483-91C9-B875-9251-21EE7D58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2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C4A7-F18D-409F-2DD3-DEB971E2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A322D-BD9D-060D-F96A-81635685A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44BB0-8677-A8B7-8685-0676C6DD4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F5605-6ADF-9F64-8527-A3FBEA486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78725-4945-0B7B-A473-963426DED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42EBD-DE65-F246-9494-F11ECB45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2ADD3-6D15-8200-5A84-5C14C570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8459CF-AF37-E8FE-F54C-2C3ACFE1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5503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556BB-CEFA-2D2B-2ED1-8C1C6D75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876AB-82CA-4589-18CF-3D3FDF5B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EF295-E248-1466-7064-563EABE6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C3660-2493-08C2-469A-963528BF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3080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85037-06BD-BD9F-3DC7-2206A075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82227-D444-BB10-AD9B-13EA5DCBB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C266-F3B8-9585-E0E8-0490E3C9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296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F1241-2EFE-F511-345B-1BB890AD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8F46A-59CA-1DDF-AA3B-CE7B976C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8DB9B-BEFD-F018-DC93-71CE57B3B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3C190-1D9A-EA3F-2590-62817105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0C347-8BB9-6B24-FDC0-1E1B90CE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A061E-95DF-7D16-E88A-8D6B75D5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396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0B75-7EA1-073B-1D17-E39AE624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23E23-F512-3890-C9AE-28E4B10E8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20927-63D6-8400-5715-ECE2E82FE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15C16-9497-9482-0478-F069A4E9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D39C-6603-F49D-C437-B93C7152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E314A-4FA5-4C65-1889-E573164C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155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0D08-496D-52DC-E956-78C06DD5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8B9F7-D936-8AE1-F9EE-34FF85650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C035A-5B30-32A0-EB94-D3735E5F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E002-6023-F2D1-311A-8A2FD9A0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EE82D-FDB0-A9ED-1B13-259A917E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463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CDBB3F-D276-E1FB-496F-D7002F7E3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A4F55-7B90-0F40-FB87-1721423E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E4505-0018-FD52-5192-0F9410E6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9851-4764-BCBE-34DB-D76449AB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D4F33-2ECD-B10E-11DA-64B09350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127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9C76A3-E8A0-B377-02FD-E917E1DF7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D0D06-C6FE-CCB4-A26B-243409354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293C-2174-C1F6-E2F2-E4AEBF5B5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82537-7C9F-4D3F-AC82-BC707D2D2760}" type="datetimeFigureOut">
              <a:rPr lang="en-ID" smtClean="0"/>
              <a:t>13/09/2026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FC21B-0D27-4C42-8C43-F9DC609EB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D7F9C-84A3-F270-8128-1EC8F8210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6996C-1A92-4752-82C0-1C84EFEFA09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9210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92C01E3B-B967-746F-6451-74295D9D5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32784"/>
            <a:ext cx="12192000" cy="6890783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19049586-F65C-FBCE-992C-681ACC0F2CBB}"/>
              </a:ext>
            </a:extLst>
          </p:cNvPr>
          <p:cNvGrpSpPr/>
          <p:nvPr/>
        </p:nvGrpSpPr>
        <p:grpSpPr>
          <a:xfrm>
            <a:off x="1957192" y="-139225"/>
            <a:ext cx="8083207" cy="7136450"/>
            <a:chOff x="770506" y="971674"/>
            <a:chExt cx="5354521" cy="533746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CF6C8A5-751E-E9B3-B660-6A4A43085F09}"/>
                </a:ext>
              </a:extLst>
            </p:cNvPr>
            <p:cNvGrpSpPr/>
            <p:nvPr/>
          </p:nvGrpSpPr>
          <p:grpSpPr>
            <a:xfrm>
              <a:off x="2237963" y="971674"/>
              <a:ext cx="2436667" cy="5337462"/>
              <a:chOff x="1575665" y="318531"/>
              <a:chExt cx="2436667" cy="5337462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5F5C2BBA-8470-41A7-9A16-F54E8A4D3DFF}"/>
                  </a:ext>
                </a:extLst>
              </p:cNvPr>
              <p:cNvSpPr/>
              <p:nvPr/>
            </p:nvSpPr>
            <p:spPr>
              <a:xfrm>
                <a:off x="1575665" y="318531"/>
                <a:ext cx="2436667" cy="2668731"/>
              </a:xfrm>
              <a:prstGeom prst="teardrop">
                <a:avLst/>
              </a:prstGeom>
              <a:solidFill>
                <a:srgbClr val="64748B">
                  <a:alpha val="50000"/>
                </a:srgbClr>
              </a:solidFill>
              <a:ln w="28956" cap="flat">
                <a:noFill/>
                <a:prstDash val="solid"/>
                <a:miter/>
              </a:ln>
            </p:spPr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3FCD22F-C192-3D8D-90A2-839DE210A8F7}"/>
                  </a:ext>
                </a:extLst>
              </p:cNvPr>
              <p:cNvSpPr/>
              <p:nvPr/>
            </p:nvSpPr>
            <p:spPr>
              <a:xfrm rot="10800000">
                <a:off x="1575665" y="2987262"/>
                <a:ext cx="2436667" cy="2668731"/>
              </a:xfrm>
              <a:prstGeom prst="teardrop">
                <a:avLst/>
              </a:prstGeom>
              <a:solidFill>
                <a:srgbClr val="64748B">
                  <a:alpha val="50000"/>
                </a:srgbClr>
              </a:solidFill>
              <a:ln w="2895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 dirty="0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636C277-2468-F00A-FF42-EEEAD71E93B0}"/>
                </a:ext>
              </a:extLst>
            </p:cNvPr>
            <p:cNvGrpSpPr/>
            <p:nvPr/>
          </p:nvGrpSpPr>
          <p:grpSpPr>
            <a:xfrm rot="5400000">
              <a:off x="2237962" y="971674"/>
              <a:ext cx="2436667" cy="5337462"/>
              <a:chOff x="1575665" y="318531"/>
              <a:chExt cx="2436667" cy="5337462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F04BBB8-FE38-89E3-E0EB-BB2C92BA71BB}"/>
                  </a:ext>
                </a:extLst>
              </p:cNvPr>
              <p:cNvSpPr/>
              <p:nvPr/>
            </p:nvSpPr>
            <p:spPr>
              <a:xfrm>
                <a:off x="1575665" y="318531"/>
                <a:ext cx="2436667" cy="2668731"/>
              </a:xfrm>
              <a:prstGeom prst="teardrop">
                <a:avLst/>
              </a:prstGeom>
              <a:solidFill>
                <a:srgbClr val="64748B">
                  <a:alpha val="50000"/>
                </a:srgbClr>
              </a:solidFill>
              <a:ln w="28956" cap="flat">
                <a:noFill/>
                <a:prstDash val="solid"/>
                <a:miter/>
              </a:ln>
            </p:spPr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22DB9E15-A967-BA87-84D1-C2C5B2D70223}"/>
                  </a:ext>
                </a:extLst>
              </p:cNvPr>
              <p:cNvSpPr/>
              <p:nvPr/>
            </p:nvSpPr>
            <p:spPr>
              <a:xfrm rot="10800000">
                <a:off x="1575665" y="2987262"/>
                <a:ext cx="2436667" cy="2668731"/>
              </a:xfrm>
              <a:prstGeom prst="teardrop">
                <a:avLst/>
              </a:prstGeom>
              <a:solidFill>
                <a:srgbClr val="64748B">
                  <a:alpha val="50000"/>
                </a:srgbClr>
              </a:solidFill>
              <a:ln w="2895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20E8E11-3A6C-830B-FDE8-CA33448FFFEF}"/>
                </a:ext>
              </a:extLst>
            </p:cNvPr>
            <p:cNvGrpSpPr/>
            <p:nvPr/>
          </p:nvGrpSpPr>
          <p:grpSpPr>
            <a:xfrm rot="2431589">
              <a:off x="2229433" y="971674"/>
              <a:ext cx="2436667" cy="5337462"/>
              <a:chOff x="1575665" y="318531"/>
              <a:chExt cx="2436667" cy="5337462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CC9E124-C8A3-33DA-AB43-51926EEDF8DA}"/>
                  </a:ext>
                </a:extLst>
              </p:cNvPr>
              <p:cNvSpPr/>
              <p:nvPr/>
            </p:nvSpPr>
            <p:spPr>
              <a:xfrm>
                <a:off x="1575665" y="318531"/>
                <a:ext cx="2436667" cy="2668731"/>
              </a:xfrm>
              <a:prstGeom prst="teardrop">
                <a:avLst/>
              </a:prstGeom>
              <a:solidFill>
                <a:srgbClr val="64748B">
                  <a:alpha val="50000"/>
                </a:srgbClr>
              </a:solidFill>
              <a:ln w="28956" cap="flat">
                <a:noFill/>
                <a:prstDash val="solid"/>
                <a:miter/>
              </a:ln>
            </p:spPr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25FF00C-DE88-0B29-31C5-9173D75C28F6}"/>
                  </a:ext>
                </a:extLst>
              </p:cNvPr>
              <p:cNvSpPr/>
              <p:nvPr/>
            </p:nvSpPr>
            <p:spPr>
              <a:xfrm rot="10800000">
                <a:off x="1575665" y="2987262"/>
                <a:ext cx="2436667" cy="2668731"/>
              </a:xfrm>
              <a:prstGeom prst="teardrop">
                <a:avLst/>
              </a:prstGeom>
              <a:solidFill>
                <a:srgbClr val="64748B">
                  <a:alpha val="50000"/>
                </a:srgbClr>
              </a:solidFill>
              <a:ln w="2895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F194AA7-7EDE-7923-4FD4-74A7242319BA}"/>
                </a:ext>
              </a:extLst>
            </p:cNvPr>
            <p:cNvGrpSpPr/>
            <p:nvPr/>
          </p:nvGrpSpPr>
          <p:grpSpPr>
            <a:xfrm rot="18782217">
              <a:off x="2220903" y="971674"/>
              <a:ext cx="2436667" cy="5337462"/>
              <a:chOff x="1575665" y="318531"/>
              <a:chExt cx="2436667" cy="5337462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EEF36D45-CB57-7ADB-706E-AA844B0E45E6}"/>
                  </a:ext>
                </a:extLst>
              </p:cNvPr>
              <p:cNvSpPr/>
              <p:nvPr/>
            </p:nvSpPr>
            <p:spPr>
              <a:xfrm>
                <a:off x="1575665" y="318531"/>
                <a:ext cx="2436667" cy="2668731"/>
              </a:xfrm>
              <a:prstGeom prst="teardrop">
                <a:avLst/>
              </a:prstGeom>
              <a:solidFill>
                <a:srgbClr val="64748B">
                  <a:alpha val="50000"/>
                </a:srgbClr>
              </a:solidFill>
              <a:ln w="28956" cap="flat">
                <a:noFill/>
                <a:prstDash val="solid"/>
                <a:miter/>
              </a:ln>
            </p:spPr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75C8481-3026-4437-4913-027FEFBD04E2}"/>
                  </a:ext>
                </a:extLst>
              </p:cNvPr>
              <p:cNvSpPr/>
              <p:nvPr/>
            </p:nvSpPr>
            <p:spPr>
              <a:xfrm rot="10800000">
                <a:off x="1575665" y="2987262"/>
                <a:ext cx="2436667" cy="2668731"/>
              </a:xfrm>
              <a:prstGeom prst="teardrop">
                <a:avLst/>
              </a:prstGeom>
              <a:solidFill>
                <a:srgbClr val="64748B">
                  <a:alpha val="50000"/>
                </a:srgbClr>
              </a:solidFill>
              <a:ln w="2895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 dirty="0"/>
              </a:p>
            </p:txBody>
          </p:sp>
        </p:grpSp>
      </p:grpSp>
      <p:sp>
        <p:nvSpPr>
          <p:cNvPr id="54" name="Chord 53">
            <a:extLst>
              <a:ext uri="{FF2B5EF4-FFF2-40B4-BE49-F238E27FC236}">
                <a16:creationId xmlns:a16="http://schemas.microsoft.com/office/drawing/2014/main" id="{77C0D49E-5109-D791-FC46-64D79D3EFA32}"/>
              </a:ext>
            </a:extLst>
          </p:cNvPr>
          <p:cNvSpPr/>
          <p:nvPr/>
        </p:nvSpPr>
        <p:spPr>
          <a:xfrm>
            <a:off x="5008694" y="2359210"/>
            <a:ext cx="1959392" cy="1705721"/>
          </a:xfrm>
          <a:prstGeom prst="chord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84633A28-CCEF-653E-34F8-BF380C6A1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7004" y="2448448"/>
            <a:ext cx="1522772" cy="152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9CE22-D63D-4146-1B76-3D8105D2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86366FB-77E2-6219-412D-36CEF781499A}"/>
              </a:ext>
            </a:extLst>
          </p:cNvPr>
          <p:cNvSpPr txBox="1"/>
          <p:nvPr/>
        </p:nvSpPr>
        <p:spPr>
          <a:xfrm>
            <a:off x="724525" y="2333685"/>
            <a:ext cx="107193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Logo,Nama</a:t>
            </a:r>
            <a:r>
              <a:rPr lang="en-ID" dirty="0"/>
              <a:t> </a:t>
            </a:r>
            <a:r>
              <a:rPr lang="en-ID" dirty="0" err="1"/>
              <a:t>Warna,Kode</a:t>
            </a:r>
            <a:r>
              <a:rPr lang="en-ID" dirty="0"/>
              <a:t> </a:t>
            </a:r>
            <a:r>
              <a:rPr lang="en-ID" dirty="0" err="1"/>
              <a:t>Hex,Peran</a:t>
            </a:r>
            <a:r>
              <a:rPr lang="en-ID" dirty="0"/>
              <a:t> &amp; </a:t>
            </a:r>
            <a:r>
              <a:rPr lang="en-ID" dirty="0" err="1"/>
              <a:t>Makna</a:t>
            </a:r>
            <a:endParaRPr lang="en-ID" dirty="0"/>
          </a:p>
          <a:p>
            <a:r>
              <a:rPr lang="en-ID" dirty="0" err="1"/>
              <a:t>Aksen</a:t>
            </a:r>
            <a:r>
              <a:rPr lang="en-ID" dirty="0"/>
              <a:t> </a:t>
            </a:r>
            <a:r>
              <a:rPr lang="en-ID" dirty="0" err="1"/>
              <a:t>Nutrisi</a:t>
            </a:r>
            <a:r>
              <a:rPr lang="en-ID" dirty="0"/>
              <a:t> &amp; </a:t>
            </a:r>
            <a:r>
              <a:rPr lang="en-ID" dirty="0" err="1"/>
              <a:t>Daun,Emerald</a:t>
            </a:r>
            <a:r>
              <a:rPr lang="en-ID" dirty="0"/>
              <a:t> Green,#10B981,"Mewakili </a:t>
            </a:r>
            <a:r>
              <a:rPr lang="en-ID" dirty="0" err="1"/>
              <a:t>gizi</a:t>
            </a:r>
            <a:r>
              <a:rPr lang="en-ID" dirty="0"/>
              <a:t>, </a:t>
            </a:r>
            <a:r>
              <a:rPr lang="en-ID" dirty="0" err="1"/>
              <a:t>pangan</a:t>
            </a:r>
            <a:r>
              <a:rPr lang="en-ID" dirty="0"/>
              <a:t> </a:t>
            </a:r>
            <a:r>
              <a:rPr lang="en-ID" dirty="0" err="1"/>
              <a:t>lokal</a:t>
            </a:r>
            <a:r>
              <a:rPr lang="en-ID" dirty="0"/>
              <a:t> </a:t>
            </a:r>
            <a:r>
              <a:rPr lang="en-ID" dirty="0" err="1"/>
              <a:t>nusantara</a:t>
            </a:r>
            <a:r>
              <a:rPr lang="en-ID" dirty="0"/>
              <a:t>, dan </a:t>
            </a:r>
            <a:r>
              <a:rPr lang="en-ID" dirty="0" err="1"/>
              <a:t>kesehatan</a:t>
            </a:r>
            <a:r>
              <a:rPr lang="en-ID" dirty="0"/>
              <a:t>"</a:t>
            </a:r>
          </a:p>
          <a:p>
            <a:r>
              <a:rPr lang="en-ID" dirty="0" err="1"/>
              <a:t>Gradien</a:t>
            </a:r>
            <a:r>
              <a:rPr lang="en-ID" dirty="0"/>
              <a:t> Daun (Highlight),Mint / Light Green,#34D399,Efek </a:t>
            </a:r>
            <a:r>
              <a:rPr lang="en-ID" dirty="0" err="1"/>
              <a:t>kilau</a:t>
            </a:r>
            <a:r>
              <a:rPr lang="en-ID" dirty="0"/>
              <a:t> </a:t>
            </a:r>
            <a:r>
              <a:rPr lang="en-ID" dirty="0" err="1"/>
              <a:t>daun</a:t>
            </a:r>
            <a:r>
              <a:rPr lang="en-ID" dirty="0"/>
              <a:t> segar dan </a:t>
            </a:r>
            <a:r>
              <a:rPr lang="en-ID" dirty="0" err="1"/>
              <a:t>kehidupan</a:t>
            </a:r>
            <a:endParaRPr lang="en-ID" dirty="0"/>
          </a:p>
          <a:p>
            <a:r>
              <a:rPr lang="en-ID" dirty="0" err="1"/>
              <a:t>Bingkai</a:t>
            </a:r>
            <a:r>
              <a:rPr lang="en-ID" dirty="0"/>
              <a:t> </a:t>
            </a:r>
            <a:r>
              <a:rPr lang="en-ID" dirty="0" err="1"/>
              <a:t>Perisai</a:t>
            </a:r>
            <a:r>
              <a:rPr lang="en-ID" dirty="0"/>
              <a:t> (Atas),Ocean Blue,#0284C7,"Mewakili </a:t>
            </a:r>
            <a:r>
              <a:rPr lang="en-ID" dirty="0" err="1"/>
              <a:t>teknologi</a:t>
            </a:r>
            <a:r>
              <a:rPr lang="en-ID" dirty="0"/>
              <a:t> AI, </a:t>
            </a:r>
            <a:r>
              <a:rPr lang="en-ID" dirty="0" err="1"/>
              <a:t>keandalan</a:t>
            </a:r>
            <a:r>
              <a:rPr lang="en-ID" dirty="0"/>
              <a:t> cloud, dan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siber</a:t>
            </a:r>
            <a:r>
              <a:rPr lang="en-ID" dirty="0"/>
              <a:t>"</a:t>
            </a:r>
          </a:p>
          <a:p>
            <a:r>
              <a:rPr lang="en-ID" dirty="0" err="1"/>
              <a:t>Bingkai</a:t>
            </a:r>
            <a:r>
              <a:rPr lang="en-ID" dirty="0"/>
              <a:t> </a:t>
            </a:r>
            <a:r>
              <a:rPr lang="en-ID" dirty="0" err="1"/>
              <a:t>Perisai</a:t>
            </a:r>
            <a:r>
              <a:rPr lang="en-ID" dirty="0"/>
              <a:t> (Bawah) &amp; Teks </a:t>
            </a:r>
            <a:r>
              <a:rPr lang="en-ID" dirty="0" err="1"/>
              <a:t>Utama,Deep</a:t>
            </a:r>
            <a:r>
              <a:rPr lang="en-ID" dirty="0"/>
              <a:t> Slate Navy,#0F172A,"Nuansa </a:t>
            </a:r>
            <a:r>
              <a:rPr lang="en-ID" dirty="0" err="1"/>
              <a:t>identitas</a:t>
            </a:r>
            <a:r>
              <a:rPr lang="en-ID" dirty="0"/>
              <a:t> Tim Shadow, </a:t>
            </a:r>
            <a:r>
              <a:rPr lang="en-ID" dirty="0" err="1"/>
              <a:t>kokoh</a:t>
            </a:r>
            <a:r>
              <a:rPr lang="en-ID" dirty="0"/>
              <a:t> dan </a:t>
            </a:r>
            <a:r>
              <a:rPr lang="en-ID" dirty="0" err="1"/>
              <a:t>profesional</a:t>
            </a:r>
            <a:r>
              <a:rPr lang="en-ID" dirty="0"/>
              <a:t>"</a:t>
            </a:r>
          </a:p>
          <a:p>
            <a:r>
              <a:rPr lang="en-ID" dirty="0" err="1"/>
              <a:t>Titik</a:t>
            </a:r>
            <a:r>
              <a:rPr lang="en-ID" dirty="0"/>
              <a:t> Node Digital (AI Dot),Sky Blue,#38BDF8,Simbol </a:t>
            </a:r>
            <a:r>
              <a:rPr lang="en-ID" dirty="0" err="1"/>
              <a:t>agen</a:t>
            </a:r>
            <a:r>
              <a:rPr lang="en-ID" dirty="0"/>
              <a:t> </a:t>
            </a:r>
            <a:r>
              <a:rPr lang="en-ID" dirty="0" err="1"/>
              <a:t>cerdas</a:t>
            </a:r>
            <a:r>
              <a:rPr lang="en-ID" dirty="0"/>
              <a:t> dan </a:t>
            </a:r>
            <a:r>
              <a:rPr lang="en-ID" dirty="0" err="1"/>
              <a:t>keterhubungan</a:t>
            </a:r>
            <a:r>
              <a:rPr lang="en-ID" dirty="0"/>
              <a:t> data</a:t>
            </a:r>
          </a:p>
          <a:p>
            <a:r>
              <a:rPr lang="en-ID" dirty="0" err="1"/>
              <a:t>Subteks</a:t>
            </a:r>
            <a:r>
              <a:rPr lang="en-ID" dirty="0"/>
              <a:t> &amp; </a:t>
            </a:r>
            <a:r>
              <a:rPr lang="en-ID" dirty="0" err="1"/>
              <a:t>Keterangan,Slate</a:t>
            </a:r>
            <a:r>
              <a:rPr lang="en-ID" dirty="0"/>
              <a:t> Gray,#64748B,Warna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pendukung</a:t>
            </a:r>
            <a:r>
              <a:rPr lang="en-ID" dirty="0"/>
              <a:t> yang </a:t>
            </a:r>
            <a:r>
              <a:rPr lang="en-ID" dirty="0" err="1"/>
              <a:t>netral</a:t>
            </a:r>
            <a:r>
              <a:rPr lang="en-ID" dirty="0"/>
              <a:t> dan </a:t>
            </a:r>
            <a:r>
              <a:rPr lang="en-ID" dirty="0" err="1"/>
              <a:t>bersih</a:t>
            </a:r>
            <a:endParaRPr lang="en-ID" dirty="0"/>
          </a:p>
          <a:p>
            <a:r>
              <a:rPr lang="en-ID" dirty="0"/>
              <a:t>Garis </a:t>
            </a:r>
            <a:r>
              <a:rPr lang="en-ID" dirty="0" err="1"/>
              <a:t>Tulang</a:t>
            </a:r>
            <a:r>
              <a:rPr lang="en-ID" dirty="0"/>
              <a:t> </a:t>
            </a:r>
            <a:r>
              <a:rPr lang="en-ID" dirty="0" err="1"/>
              <a:t>Daun,Pure</a:t>
            </a:r>
            <a:r>
              <a:rPr lang="en-ID" dirty="0"/>
              <a:t> White,#</a:t>
            </a:r>
            <a:r>
              <a:rPr lang="en-ID" dirty="0" err="1"/>
              <a:t>FFFFFF,Garis</a:t>
            </a:r>
            <a:r>
              <a:rPr lang="en-ID" dirty="0"/>
              <a:t> </a:t>
            </a:r>
            <a:r>
              <a:rPr lang="en-ID" dirty="0" err="1"/>
              <a:t>kontras</a:t>
            </a:r>
            <a:r>
              <a:rPr lang="en-ID" dirty="0"/>
              <a:t> di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daun</a:t>
            </a:r>
            <a:endParaRPr lang="en-ID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F7A1C7-6380-41E9-0803-C8B6802F5715}"/>
              </a:ext>
            </a:extLst>
          </p:cNvPr>
          <p:cNvGrpSpPr/>
          <p:nvPr/>
        </p:nvGrpSpPr>
        <p:grpSpPr>
          <a:xfrm>
            <a:off x="823892" y="5261542"/>
            <a:ext cx="7555726" cy="899409"/>
            <a:chOff x="3193019" y="1146742"/>
            <a:chExt cx="7555726" cy="8994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922BBD-CC1F-5853-49C6-33A3BA659E41}"/>
                </a:ext>
              </a:extLst>
            </p:cNvPr>
            <p:cNvSpPr/>
            <p:nvPr/>
          </p:nvSpPr>
          <p:spPr>
            <a:xfrm>
              <a:off x="3193019" y="1146742"/>
              <a:ext cx="914400" cy="899409"/>
            </a:xfrm>
            <a:prstGeom prst="rect">
              <a:avLst/>
            </a:prstGeom>
            <a:solidFill>
              <a:srgbClr val="10B98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650023-1847-BBD2-AB25-5F462D0DCBF8}"/>
                </a:ext>
              </a:extLst>
            </p:cNvPr>
            <p:cNvSpPr/>
            <p:nvPr/>
          </p:nvSpPr>
          <p:spPr>
            <a:xfrm>
              <a:off x="4299907" y="1146742"/>
              <a:ext cx="914400" cy="899409"/>
            </a:xfrm>
            <a:prstGeom prst="rect">
              <a:avLst/>
            </a:prstGeom>
            <a:solidFill>
              <a:srgbClr val="34D3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6E44B8-48BE-35EB-54EE-4E1C0CA4A4BD}"/>
                </a:ext>
              </a:extLst>
            </p:cNvPr>
            <p:cNvSpPr/>
            <p:nvPr/>
          </p:nvSpPr>
          <p:spPr>
            <a:xfrm>
              <a:off x="5406795" y="1146742"/>
              <a:ext cx="914400" cy="899409"/>
            </a:xfrm>
            <a:prstGeom prst="rect">
              <a:avLst/>
            </a:prstGeom>
            <a:solidFill>
              <a:srgbClr val="0284C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B9BC90-E4D0-E438-2EDD-9187B6C1BE09}"/>
                </a:ext>
              </a:extLst>
            </p:cNvPr>
            <p:cNvSpPr/>
            <p:nvPr/>
          </p:nvSpPr>
          <p:spPr>
            <a:xfrm>
              <a:off x="7620571" y="1146742"/>
              <a:ext cx="914400" cy="899409"/>
            </a:xfrm>
            <a:prstGeom prst="rect">
              <a:avLst/>
            </a:prstGeom>
            <a:solidFill>
              <a:srgbClr val="0F172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373AA6-CC2D-8ADF-CE4C-F7E6F9C2734F}"/>
                </a:ext>
              </a:extLst>
            </p:cNvPr>
            <p:cNvSpPr/>
            <p:nvPr/>
          </p:nvSpPr>
          <p:spPr>
            <a:xfrm>
              <a:off x="6513683" y="1146742"/>
              <a:ext cx="914400" cy="899409"/>
            </a:xfrm>
            <a:prstGeom prst="rect">
              <a:avLst/>
            </a:prstGeom>
            <a:solidFill>
              <a:srgbClr val="38BDF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1A6BECB-8D46-E3CE-F578-FB9CE44CD88F}"/>
                </a:ext>
              </a:extLst>
            </p:cNvPr>
            <p:cNvSpPr/>
            <p:nvPr/>
          </p:nvSpPr>
          <p:spPr>
            <a:xfrm>
              <a:off x="8727459" y="1146742"/>
              <a:ext cx="914400" cy="899409"/>
            </a:xfrm>
            <a:prstGeom prst="rect">
              <a:avLst/>
            </a:prstGeom>
            <a:solidFill>
              <a:srgbClr val="64748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B06E76F-C50E-E0F4-46B9-459BA37076AD}"/>
                </a:ext>
              </a:extLst>
            </p:cNvPr>
            <p:cNvSpPr/>
            <p:nvPr/>
          </p:nvSpPr>
          <p:spPr>
            <a:xfrm>
              <a:off x="9834345" y="1146742"/>
              <a:ext cx="914400" cy="899409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pic>
        <p:nvPicPr>
          <p:cNvPr id="21" name="Graphic 20">
            <a:extLst>
              <a:ext uri="{FF2B5EF4-FFF2-40B4-BE49-F238E27FC236}">
                <a16:creationId xmlns:a16="http://schemas.microsoft.com/office/drawing/2014/main" id="{72E9F17B-9DFA-86AF-0227-1AAB9BF47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896" y="477186"/>
            <a:ext cx="3810000" cy="9525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4BE29067-79FA-FD95-C159-DBD75A4B7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8956" y="1059433"/>
            <a:ext cx="952500" cy="9525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1D4806E-5AFD-C2B0-A9E0-A789447BB294}"/>
              </a:ext>
            </a:extLst>
          </p:cNvPr>
          <p:cNvSpPr/>
          <p:nvPr/>
        </p:nvSpPr>
        <p:spPr>
          <a:xfrm>
            <a:off x="6422663" y="776535"/>
            <a:ext cx="261071" cy="261071"/>
          </a:xfrm>
          <a:prstGeom prst="ellipse">
            <a:avLst/>
          </a:prstGeom>
          <a:solidFill>
            <a:srgbClr val="64748B"/>
          </a:solidFill>
          <a:ln w="28956" cap="flat">
            <a:noFill/>
            <a:prstDash val="solid"/>
            <a:miter/>
          </a:ln>
        </p:spPr>
      </p:sp>
      <p:pic>
        <p:nvPicPr>
          <p:cNvPr id="10" name="Picture 9" descr="Peduli Kesehatan Ibu, Ini Hal yang Harus Dilakukan Anak">
            <a:extLst>
              <a:ext uri="{FF2B5EF4-FFF2-40B4-BE49-F238E27FC236}">
                <a16:creationId xmlns:a16="http://schemas.microsoft.com/office/drawing/2014/main" id="{98A1EF83-A421-0ECB-2314-49F26A7F8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378" y="858158"/>
            <a:ext cx="2227571" cy="147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5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144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Agus Soleh</dc:creator>
  <cp:lastModifiedBy>Agus Soleh</cp:lastModifiedBy>
  <cp:revision>3</cp:revision>
  <dcterms:created xsi:type="dcterms:W3CDTF">2026-09-13T11:57:17Z</dcterms:created>
  <dcterms:modified xsi:type="dcterms:W3CDTF">2026-09-13T13:51:21Z</dcterms:modified>
</cp:coreProperties>
</file>